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image" Target="../media/image-13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806440"/>
            <a:ext cx="12191695" cy="914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2344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P19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 Grocery Delivery Platform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9E7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role-based quick-commerce backend  -  Node.js  |  Express  |  MongoDB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EAF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CIA-3 Project Development   |   5th Semester, Christ University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EAF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Backend Development with Node.js, Express, and Mongo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EAF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19   |   Section 5 BTCS B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4572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Details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737360"/>
          <a:ext cx="104241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31920"/>
                <a:gridCol w="2011680"/>
                <a:gridCol w="2194560"/>
                <a:gridCol w="12801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Name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No.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Aaryan Dharrmik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2460301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B.Tech CSE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BTCS 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Abhishek 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2460307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B.Tech CSE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BTCS 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Adriel B John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2460314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B.Tech CSE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BTCS 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Abhay Job K J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2460485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B.Tech CSE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BTCS 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68680" y="48463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 </a:t>
            </a:r>
            <a:pPr indent="0" marL="0">
              <a:buNone/>
            </a:pPr>
            <a:r>
              <a:rPr lang="en-US" sz="13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https://github.com/Aaryan658/L-T-5th-sem-grocery-delivery-platform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53035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 - full Node.js + Express + MongoDB source, README, .env.example, Postman collection. node_modules and .env are git-ignored.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4572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68680" y="1783080"/>
            <a:ext cx="67665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CFE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05740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Quick-commerce grocery delivery needs one backend that ties together four very different users: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2926080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pPr indent="0" marL="0">
              <a:buNone/>
            </a:pPr>
            <a:r>
              <a:rPr lang="en-US" sz="1400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order daily essentials for home delivery.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3584448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Dark-store staff</a:t>
            </a:r>
            <a:pPr indent="0" marL="0">
              <a:buNone/>
            </a:pPr>
            <a:r>
              <a:rPr lang="en-US" sz="1400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pick and pack orders from live per-store inventory.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4242816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partners</a:t>
            </a:r>
            <a:pPr indent="0" marL="0">
              <a:buNone/>
            </a:pPr>
            <a:r>
              <a:rPr lang="en-US" sz="1400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handle last-mile delivery.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490118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admin</a:t>
            </a:r>
            <a:pPr indent="0" marL="0">
              <a:buNone/>
            </a:pPr>
            <a:r>
              <a:rPr lang="en-US" sz="1400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oversees stores, catalog and performance.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09560" y="1783080"/>
            <a:ext cx="3383280" cy="4297680"/>
          </a:xfrm>
          <a:prstGeom prst="roundRect">
            <a:avLst>
              <a:gd name="adj" fmla="val 2162"/>
            </a:avLst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8001000" y="27889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unified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pipeline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183880" y="3886200"/>
            <a:ext cx="2834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D9E7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 -&gt;  picking  -&gt;  packed  -&gt;  assigned  -&gt;  out-for-delivery  -&gt;  delivered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4572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DELIVERS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68680" y="1828800"/>
            <a:ext cx="53035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CFE0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" y="2286000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1069848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45920" y="1975104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multi-role auth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0" y="2359152"/>
            <a:ext cx="4343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for Customer, Store Staff, Delivery Partner, Admin.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46520" y="1828800"/>
            <a:ext cx="53035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CFE0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47688" y="2286000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6647688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223760" y="1975104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Stores, catalog &amp; stock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23760" y="2359152"/>
            <a:ext cx="4343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dark-stores, a shared catalog, independent per-store stock.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8680" y="3319272"/>
            <a:ext cx="53035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CFE0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" y="3776472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1069848" y="3776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45920" y="3465576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Nearest-store + stock check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45920" y="3849624"/>
            <a:ext cx="4343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the serviceable store by pincode; reject an order if any item is short.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46520" y="3319272"/>
            <a:ext cx="53035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CFE0C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47688" y="3776472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3" name="Text 21"/>
          <p:cNvSpPr/>
          <p:nvPr/>
        </p:nvSpPr>
        <p:spPr>
          <a:xfrm>
            <a:off x="6647688" y="3776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23760" y="3465576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 order state machine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223760" y="3849624"/>
            <a:ext cx="4343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status transition validated against one allow-list table.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68680" y="4809744"/>
            <a:ext cx="53035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CFE0C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9848" y="5266944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8" name="Text 26"/>
          <p:cNvSpPr/>
          <p:nvPr/>
        </p:nvSpPr>
        <p:spPr>
          <a:xfrm>
            <a:off x="1069848" y="5266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45920" y="4956048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 &amp; history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645920" y="5340096"/>
            <a:ext cx="4343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order status with a full append-only timeline; history + reorder.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46520" y="4809744"/>
            <a:ext cx="53035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CFE0C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47688" y="5266944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3" name="Text 31"/>
          <p:cNvSpPr/>
          <p:nvPr/>
        </p:nvSpPr>
        <p:spPr>
          <a:xfrm>
            <a:off x="6647688" y="5266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223760" y="4956048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Slots, alerts &amp; reports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223760" y="5340096"/>
            <a:ext cx="4343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time-slots, low-stock alerts, per-store performance report.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4572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BUILT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783080"/>
          <a:ext cx="104241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72237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/ Framework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18+, Express.js 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/ ODM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MongoDB, Mongoose 7 (6 collections, compound indexes)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jsonwebtoken (JWT), bcrypt password hashing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 schema per write route via a validate() middleware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handling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central errorHandler -&gt; single JSON error envelope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testing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Postman collection - every endpoint, token auto-captured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frontend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Vanilla HTML / CSS / JS, served statically by Express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4572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REQUEST PIPELINE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05840" y="1783080"/>
            <a:ext cx="9875520" cy="512064"/>
          </a:xfrm>
          <a:prstGeom prst="roundRect">
            <a:avLst>
              <a:gd name="adj" fmla="val 8929"/>
            </a:avLst>
          </a:prstGeom>
          <a:solidFill>
            <a:srgbClr val="EAF3E1"/>
          </a:solidFill>
          <a:ln w="12700">
            <a:solidFill>
              <a:srgbClr val="CFE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83080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91640" y="1783080"/>
            <a:ext cx="8961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request  -  CORS + JSON body parsing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05840" y="2350008"/>
            <a:ext cx="98755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CFE0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350008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91640" y="2350008"/>
            <a:ext cx="8961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  -&gt;  maps URL + method to a controller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05840" y="2916936"/>
            <a:ext cx="9875520" cy="512064"/>
          </a:xfrm>
          <a:prstGeom prst="roundRect">
            <a:avLst>
              <a:gd name="adj" fmla="val 8929"/>
            </a:avLst>
          </a:prstGeom>
          <a:solidFill>
            <a:srgbClr val="EAF3E1"/>
          </a:solidFill>
          <a:ln w="12700">
            <a:solidFill>
              <a:srgbClr val="CFE0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916936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91640" y="2916936"/>
            <a:ext cx="8961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 (auth.js)  -&gt;  verify JWT, load live user -&gt; req.user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05840" y="3483864"/>
            <a:ext cx="98755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CFE0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483864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91640" y="3483864"/>
            <a:ext cx="8961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authorize(...roles)  -&gt;  route-level role allow-list (RBAC)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05840" y="4050792"/>
            <a:ext cx="9875520" cy="512064"/>
          </a:xfrm>
          <a:prstGeom prst="roundRect">
            <a:avLst>
              <a:gd name="adj" fmla="val 8929"/>
            </a:avLst>
          </a:prstGeom>
          <a:solidFill>
            <a:srgbClr val="EAF3E1"/>
          </a:solidFill>
          <a:ln w="12700">
            <a:solidFill>
              <a:srgbClr val="CFE0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050792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91640" y="4050792"/>
            <a:ext cx="8961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validate(schema)  -&gt;  Joi validates &amp; strips the body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005840" y="4617720"/>
            <a:ext cx="98755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CFE0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617720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91640" y="4617720"/>
            <a:ext cx="8961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  -&gt;  business logic + record-level access checks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005840" y="5184648"/>
            <a:ext cx="9875520" cy="512064"/>
          </a:xfrm>
          <a:prstGeom prst="roundRect">
            <a:avLst>
              <a:gd name="adj" fmla="val 8929"/>
            </a:avLst>
          </a:prstGeom>
          <a:solidFill>
            <a:srgbClr val="EAF3E1"/>
          </a:solidFill>
          <a:ln w="12700">
            <a:solidFill>
              <a:srgbClr val="CFE0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5184648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691640" y="5184648"/>
            <a:ext cx="8961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(Mongoose schema + indexes)  -&gt;  MongoDB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005840" y="5751576"/>
            <a:ext cx="98755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CFE0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5751576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691640" y="5751576"/>
            <a:ext cx="8961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apiResponse  -&gt;  single JSON envelope    errorHandler catches all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4572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DIAGRAM - SIX COLLECTIONS, EMBED VS. REFERENCE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Schema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76376" y="1344168"/>
            <a:ext cx="9838944" cy="5645767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7" name="Image 0" descr="C:\Users\aaary\AppData\Local\Temp\claude\D--Frontend-5th-sem-CIA-3\d57102eb-a01a-4df8-b483-42b45f88122b\scratchpad\shots-sm\er-diagra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3808" y="1371600"/>
            <a:ext cx="9784080" cy="55909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4572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CONFIG/CONSTANTS.JS - ORDER_STATUS_FLOW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Status State Machine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68680" y="2148840"/>
            <a:ext cx="1627632" cy="868680"/>
          </a:xfrm>
          <a:prstGeom prst="roundRect">
            <a:avLst>
              <a:gd name="adj" fmla="val 8421"/>
            </a:avLst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48840"/>
            <a:ext cx="1901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96312" y="2148840"/>
            <a:ext cx="2377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34056" y="2148840"/>
            <a:ext cx="1627632" cy="868680"/>
          </a:xfrm>
          <a:prstGeom prst="roundRect">
            <a:avLst>
              <a:gd name="adj" fmla="val 8421"/>
            </a:avLst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2596896" y="2148840"/>
            <a:ext cx="1901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61688" y="2148840"/>
            <a:ext cx="2377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99432" y="2148840"/>
            <a:ext cx="1627632" cy="868680"/>
          </a:xfrm>
          <a:prstGeom prst="roundRect">
            <a:avLst>
              <a:gd name="adj" fmla="val 8421"/>
            </a:avLst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4462272" y="2148840"/>
            <a:ext cx="1901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27064" y="2148840"/>
            <a:ext cx="2377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64808" y="2148840"/>
            <a:ext cx="1627632" cy="868680"/>
          </a:xfrm>
          <a:prstGeom prst="roundRect">
            <a:avLst>
              <a:gd name="adj" fmla="val 8421"/>
            </a:avLst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6327648" y="2148840"/>
            <a:ext cx="1901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092440" y="2148840"/>
            <a:ext cx="2377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330184" y="2148840"/>
            <a:ext cx="1627632" cy="868680"/>
          </a:xfrm>
          <a:prstGeom prst="roundRect">
            <a:avLst>
              <a:gd name="adj" fmla="val 8421"/>
            </a:avLst>
          </a:prstGeom>
          <a:solidFill>
            <a:srgbClr val="97BC62"/>
          </a:solidFill>
          <a:ln/>
        </p:spPr>
      </p:sp>
      <p:sp>
        <p:nvSpPr>
          <p:cNvPr id="19" name="Text 17"/>
          <p:cNvSpPr/>
          <p:nvPr/>
        </p:nvSpPr>
        <p:spPr>
          <a:xfrm>
            <a:off x="8193024" y="2148840"/>
            <a:ext cx="1901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out-for-delivery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957816" y="2148840"/>
            <a:ext cx="2377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195560" y="2148840"/>
            <a:ext cx="1627632" cy="868680"/>
          </a:xfrm>
          <a:prstGeom prst="roundRect">
            <a:avLst>
              <a:gd name="adj" fmla="val 8421"/>
            </a:avLst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0" y="2148840"/>
            <a:ext cx="1901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34290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transition not in the allow-list is rejected with </a:t>
            </a:r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 INVALID_TRANSITION</a:t>
            </a:r>
            <a:pPr indent="0" marL="0">
              <a:buNone/>
            </a:pPr>
            <a:r>
              <a:rPr lang="en-US" sz="1400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39776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out-for-delivery can also go to  failed  (frees the partner, stamps deliveredAt)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68680" y="44348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/ picking / packed / assigned can also go to  cancelled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68680" y="48920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delivered, failed and cancelled are terminal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4572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13 IMPLEMENTED &amp; VERIFIED (MIN. REQUIRED: 12)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 Modules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68680" y="1828800"/>
            <a:ext cx="53035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FE0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" y="1975104"/>
            <a:ext cx="256032" cy="25603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18288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User Registration &amp; Authentication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0" y="1828800"/>
            <a:ext cx="53035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FE0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47104" y="1975104"/>
            <a:ext cx="256032" cy="25603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0" y="18288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Dark-Store Management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2487168"/>
            <a:ext cx="53035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FE0C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4984" y="2633472"/>
            <a:ext cx="256032" cy="25603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1417320" y="248716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Product Catalog &amp; Store-Wise Stock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0" y="2487168"/>
            <a:ext cx="53035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FE0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47104" y="2633472"/>
            <a:ext cx="256032" cy="25603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248716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Order Placement + Nearest-Store Check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8680" y="3145536"/>
            <a:ext cx="53035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FE0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4984" y="3291840"/>
            <a:ext cx="256032" cy="25603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0" name="Text 18"/>
          <p:cNvSpPr/>
          <p:nvPr/>
        </p:nvSpPr>
        <p:spPr>
          <a:xfrm>
            <a:off x="1417320" y="3145536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 Order Picking &amp; Packing Workflow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3145536"/>
            <a:ext cx="53035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FE0C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47104" y="3291840"/>
            <a:ext cx="256032" cy="25603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3145536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 Delivery Partner Assignment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68680" y="3803904"/>
            <a:ext cx="53035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FE0C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4984" y="3950208"/>
            <a:ext cx="256032" cy="25603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6" name="Text 24"/>
          <p:cNvSpPr/>
          <p:nvPr/>
        </p:nvSpPr>
        <p:spPr>
          <a:xfrm>
            <a:off x="1417320" y="3803904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 Delivery Status Tracking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0" y="3803904"/>
            <a:ext cx="53035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FE0C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47104" y="3950208"/>
            <a:ext cx="256032" cy="25603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9" name="Text 27"/>
          <p:cNvSpPr/>
          <p:nvPr/>
        </p:nvSpPr>
        <p:spPr>
          <a:xfrm>
            <a:off x="6949440" y="3803904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 Real-Time Order Status for Customer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68680" y="4462272"/>
            <a:ext cx="53035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FE0C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4984" y="4608576"/>
            <a:ext cx="256032" cy="25603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2" name="Text 30"/>
          <p:cNvSpPr/>
          <p:nvPr/>
        </p:nvSpPr>
        <p:spPr>
          <a:xfrm>
            <a:off x="1417320" y="446227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 Stock Replenishment Alerts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0" y="4462272"/>
            <a:ext cx="53035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FE0C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47104" y="4608576"/>
            <a:ext cx="256032" cy="25603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5" name="Text 33"/>
          <p:cNvSpPr/>
          <p:nvPr/>
        </p:nvSpPr>
        <p:spPr>
          <a:xfrm>
            <a:off x="6949440" y="446227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 Delivery Time Slot Selection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68680" y="5120640"/>
            <a:ext cx="53035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FE0C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14984" y="5266944"/>
            <a:ext cx="256032" cy="25603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8" name="Text 36"/>
          <p:cNvSpPr/>
          <p:nvPr/>
        </p:nvSpPr>
        <p:spPr>
          <a:xfrm>
            <a:off x="1417320" y="51206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 Customer Order History &amp; Reorder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400800" y="5120640"/>
            <a:ext cx="53035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FE0C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47104" y="5266944"/>
            <a:ext cx="256032" cy="25603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1" name="Text 39"/>
          <p:cNvSpPr/>
          <p:nvPr/>
        </p:nvSpPr>
        <p:spPr>
          <a:xfrm>
            <a:off x="6949440" y="51206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 Store &amp; Delivery Performance Reports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68680" y="5779008"/>
            <a:ext cx="53035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FE0C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14984" y="5925312"/>
            <a:ext cx="256032" cy="25603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4" name="Text 42"/>
          <p:cNvSpPr/>
          <p:nvPr/>
        </p:nvSpPr>
        <p:spPr>
          <a:xfrm>
            <a:off x="1417320" y="577900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 Role-Based Access Control (route + record)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4572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API Demo - Place Order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999336" y="1664208"/>
            <a:ext cx="8193024" cy="4473904"/>
          </a:xfrm>
          <a:prstGeom prst="rect">
            <a:avLst/>
          </a:prstGeom>
          <a:solidFill>
            <a:srgbClr val="FFFFFF"/>
          </a:solidFill>
          <a:ln w="15875">
            <a:solidFill>
              <a:srgbClr val="97BC62"/>
            </a:solidFill>
            <a:prstDash val="solid"/>
          </a:ln>
        </p:spPr>
      </p:sp>
      <p:pic>
        <p:nvPicPr>
          <p:cNvPr id="7" name="Image 0" descr="C:\Users\aaary\AppData\Local\Temp\claude\D--Frontend-5th-sem-CIA-3\d57102eb-a01a-4df8-b483-42b45f88122b\scratchpad\shots-sm\Phase 1\Place_order_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6768" y="1691640"/>
            <a:ext cx="8138160" cy="4419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627527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/api/orders -&gt; 201 Order placed successfully   itemsTotal 132, deliveryFee 30, total 162   stock decremented, 'placed' event recorded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4572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API Demo - Full Order Timeline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999336" y="1664208"/>
            <a:ext cx="8193024" cy="4473904"/>
          </a:xfrm>
          <a:prstGeom prst="rect">
            <a:avLst/>
          </a:prstGeom>
          <a:solidFill>
            <a:srgbClr val="FFFFFF"/>
          </a:solidFill>
          <a:ln w="15875">
            <a:solidFill>
              <a:srgbClr val="97BC62"/>
            </a:solidFill>
            <a:prstDash val="solid"/>
          </a:ln>
        </p:spPr>
      </p:sp>
      <p:pic>
        <p:nvPicPr>
          <p:cNvPr id="7" name="Image 0" descr="C:\Users\aaary\AppData\Local\Temp\claude\D--Frontend-5th-sem-CIA-3\d57102eb-a01a-4df8-b483-42b45f88122b\scratchpad\shots-sm\Phase 6\Get_order_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6768" y="1691640"/>
            <a:ext cx="8138160" cy="4419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627527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/api/orders/:id -&gt; the order with its embedded statusHistory[] audit trail (placed -&gt; picking -&gt; packed -&gt; assigned -&gt; out-for-delivery -&gt; delivered)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4572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API Demo - Performance Report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999336" y="1664208"/>
            <a:ext cx="8193024" cy="4473904"/>
          </a:xfrm>
          <a:prstGeom prst="rect">
            <a:avLst/>
          </a:prstGeom>
          <a:solidFill>
            <a:srgbClr val="FFFFFF"/>
          </a:solidFill>
          <a:ln w="15875">
            <a:solidFill>
              <a:srgbClr val="97BC62"/>
            </a:solidFill>
            <a:prstDash val="solid"/>
          </a:ln>
        </p:spPr>
      </p:sp>
      <p:pic>
        <p:nvPicPr>
          <p:cNvPr id="7" name="Image 0" descr="C:\Users\aaary\AppData\Local\Temp\claude\D--Frontend-5th-sem-CIA-3\d57102eb-a01a-4df8-b483-42b45f88122b\scratchpad\shots-sm\Phase 7\Performance repo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6768" y="1691640"/>
            <a:ext cx="8138160" cy="4419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627527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/api/admin/reports/performance -&gt; per-store order volume, avg pick / delivery time, revenue - from one MongoDB aggregation pipeline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4572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ROLE, LIVE AGAINST THE API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Frontend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00100" y="1805940"/>
            <a:ext cx="5394960" cy="2078431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7" name="Image 0" descr="C:\Users\aaary\AppData\Local\Temp\claude\D--Frontend-5th-sem-CIA-3\d57102eb-a01a-4df8-b483-42b45f88122b\scratchpad\shots-sm\fe-03-customer-browse-cr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5349240" cy="203271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989527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- browse, cart, checkout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606540" y="1805940"/>
            <a:ext cx="5394960" cy="2078431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10" name="Image 1" descr="C:\Users\aaary\AppData\Local\Temp\claude\D--Frontend-5th-sem-CIA-3\d57102eb-a01a-4df8-b483-42b45f88122b\scratchpad\shots-sm\fe-05-staff-queue-cro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828800"/>
            <a:ext cx="5349240" cy="203271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29400" y="3989527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staff - pick / pack queue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00100" y="4320540"/>
            <a:ext cx="5394960" cy="2078431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13" name="Image 2" descr="C:\Users\aaary\AppData\Local\Temp\claude\D--Frontend-5th-sem-CIA-3\d57102eb-a01a-4df8-b483-42b45f88122b\scratchpad\shots-sm\fe-06-partner-crop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43400"/>
            <a:ext cx="5349240" cy="203271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960" y="6504127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partner - status updates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606540" y="4320540"/>
            <a:ext cx="5394960" cy="2078431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16" name="Image 3" descr="C:\Users\aaary\AppData\Local\Temp\claude\D--Frontend-5th-sem-CIA-3\d57102eb-a01a-4df8-b483-42b45f88122b\scratchpad\shots-sm\fe-07-admin-report-crop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343400"/>
            <a:ext cx="5349240" cy="203271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29400" y="6504127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- performance report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4572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TOOK AWAY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Learnings &amp; Challenges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68680" y="1783080"/>
            <a:ext cx="104241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CFE0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048256"/>
            <a:ext cx="310896" cy="31089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856232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in one table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937760" y="1837944"/>
            <a:ext cx="6217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Declaring every legal transition once made the pick/pack/assign/deliver controllers tiny and impossible to misuse.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868680" y="2697480"/>
            <a:ext cx="104241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CFE0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2962656"/>
            <a:ext cx="310896" cy="31089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2770632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vs. reference per field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37760" y="2752344"/>
            <a:ext cx="6217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items must be an embedded frozen snapshot; stock must be its own referenced collection, updated every order.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68680" y="3611880"/>
            <a:ext cx="104241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CFE0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3877056"/>
            <a:ext cx="310896" cy="31089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1554480" y="3685032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Two-layer RBAC is necessary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37760" y="3666744"/>
            <a:ext cx="6217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Route-level role checks alone still let one store's staff touch another store's orders; record-level canAccessOrder closes that.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868680" y="4526280"/>
            <a:ext cx="104241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CFE0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4791456"/>
            <a:ext cx="310896" cy="31089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0" name="Text 18"/>
          <p:cNvSpPr/>
          <p:nvPr/>
        </p:nvSpPr>
        <p:spPr>
          <a:xfrm>
            <a:off x="1554480" y="4599432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envelope + one error handler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37760" y="4581144"/>
            <a:ext cx="6217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almost all try/catch from controllers and gave Postman a consistent shape to assert on.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868680" y="5440680"/>
            <a:ext cx="104241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CFE0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1560" y="5705856"/>
            <a:ext cx="310896" cy="31089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4" name="Text 22"/>
          <p:cNvSpPr/>
          <p:nvPr/>
        </p:nvSpPr>
        <p:spPr>
          <a:xfrm>
            <a:off x="1554480" y="5513832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role-by-role, end-to-end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937760" y="5495544"/>
            <a:ext cx="6217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whole collection in sequence surfaced ordering bugs that isolated endpoint tests miss.</a:t>
            </a:r>
            <a:endParaRPr lang="en-US" sz="10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91440" cy="41148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E7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P19 - Online Grocery Delivery Platform   -   Team 19   -   5 BTCS B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github.com/Aaryan658/L-T-5th-sem-grocery-delivery-platform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2026-09-10T01:26:48Z</dcterms:created>
  <dcterms:modified xsi:type="dcterms:W3CDTF">2026-09-10T01:26:48Z</dcterms:modified>
</cp:coreProperties>
</file>